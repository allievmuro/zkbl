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1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3200400"/>
            <a:ext cx="3657600" cy="3657600"/>
          </a:xfrm>
          <a:prstGeom prst="rect">
            <a:avLst/>
          </a:prstGeom>
          <a:solidFill>
            <a:srgbClr val="1A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5720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2DD4BF"/>
                </a:solidFill>
              </a:rPr>
              <a:t>ZKBL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DFA"/>
                </a:solidFill>
              </a:rPr>
              <a:t>Zero-Knowledge Audit Trails for BNB Smart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8A8A"/>
                </a:solidFill>
              </a:rPr>
              <a:t>Prove compliance without exposing business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2651760" cy="438912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712463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</a:rPr>
              <a:t>Category: Cybersecurity · Privacy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657600"/>
            <a:ext cx="2651760" cy="438912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3712463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</a:rPr>
              <a:t>Chain: BNB Smart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657600"/>
            <a:ext cx="2651760" cy="438912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3712463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</a:rPr>
              <a:t>Stage: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Founded by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Institutional Compliance · Groth16 ZK Proofs · On-Chain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DFA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457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A"/>
                </a:solidFill>
              </a:rPr>
              <a:t>DeFi protocols leak sensitive business logic to satisfy TradFi auditors.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66160" cy="4206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DFA"/>
                </a:solidFill>
              </a:rPr>
              <a:t>Raw Calldata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52928"/>
            <a:ext cx="3017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Institutional auditors require privileged-event logs — but those logs expose fee structures, wallet identities, and internal business logic publicly on-chain.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66160" cy="4206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</a:rP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DFA"/>
                </a:solidFill>
              </a:rPr>
              <a:t>TradFi Compliance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852928"/>
            <a:ext cx="3017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RWA platforms and DeFi vaults lose TradFi partnerships because they can't satisfy audit requirements without surrendering competitive confidentiality.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566160" cy="4206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DFA"/>
                </a:solidFill>
              </a:rPr>
              <a:t>No Standard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852928"/>
            <a:ext cx="3017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Current approaches require custom off-chain attestations or full disclosure — there is no cryptographic middle ground on BSC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DFA"/>
                </a:solidFill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457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A"/>
                </a:solidFill>
              </a:rPr>
              <a:t>Replace raw event logs with Groth16 ZK proof receipts on BNB Smart 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74552" cy="457200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B8A6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DFA"/>
                </a:solidFill>
              </a:rPr>
              <a:t>Policy-as-Code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Define compliance rules in YAML — multisig thresholds, timelocks, caller allowlists — auto-compiled to Circom circuits.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606040"/>
            <a:ext cx="2286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B8A6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DFA"/>
                </a:solidFill>
              </a:rPr>
              <a:t>Proof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ZKBL's Node.js proof server intercepts events and generates Groth16 proofs via SnarkJS without exposing raw calldata.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606040"/>
            <a:ext cx="2286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B8A6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DFA"/>
                </a:solidFill>
              </a:rPr>
              <a:t>On-Chain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Verifiable compliance receipts are posted to a BSC registry contract, bound to block hash and nonce for replay protection.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2606040"/>
            <a:ext cx="2286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B8A6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DFA"/>
                </a:solidFill>
              </a:rPr>
              <a:t>Auditor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8A8A"/>
                </a:solidFill>
              </a:rPr>
              <a:t>Institutional auditors query the public RPC endpoint to verify policy adherence — zero business logic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DFA"/>
                </a:solidFill>
              </a:rP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41248"/>
            <a:ext cx="457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3611880" cy="23317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1615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1615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</a:rPr>
              <a:t>Policy-as-code DSL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4591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define compliance rules (multisig thresholds, timelock durations, caller allowlists) in a YAML config that compiles to Groth16 circuits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051560"/>
            <a:ext cx="3611880" cy="23317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21615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1615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</a:rPr>
              <a:t>On-chain compliance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64591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BNB Smart Chain contract that stores ZK proof receipts per privileged event, queryable by auditors via a public RPC 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051560"/>
            <a:ext cx="3611880" cy="23317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21615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21615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</a:rPr>
              <a:t>SDK wrapper for Hardhat and Foundry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164591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one-line integration that auto-instruments existing deploy scripts to emit proofs alongside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3611880" cy="23317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2219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2219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</a:rPr>
              <a:t>Audit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25196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read-only dashboard where institutional auditors verify proof receipts against on-chain state without accessing raw calldata or business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657600"/>
            <a:ext cx="3611880" cy="23317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382219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2219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</a:rPr>
              <a:t>Proof replay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25196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each receipt binds to a BNB block hash and nonce, preventing replay attacks or retroactive compliance fabrication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DFA"/>
                </a:solidFill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86968"/>
            <a:ext cx="457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8A8A"/>
                </a:solidFill>
              </a:rPr>
              <a:t>Production-grade cryptography meets BSC-native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611880" cy="48463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1188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81C"/>
                </a:solidFill>
              </a:rPr>
              <a:t>ZK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Circom 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(circuit authoring)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SnarkJS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(Groth16 proof generation and verification)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611880" cy="48463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554480"/>
            <a:ext cx="361188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184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81C"/>
                </a:solidFill>
              </a:rPr>
              <a:t>Smart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24028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3134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Solidity 0.8.x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(on-chain registry and verifier contracts)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56616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3931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BNB Smart Chain / BSC RPC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89204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96519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9834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BEP-20 and BEP-177 event hooks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1554480"/>
            <a:ext cx="3611880" cy="484632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554480"/>
            <a:ext cx="361188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6184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81C"/>
                </a:solidFill>
              </a:rPr>
              <a:t>Developer SDK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24028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3134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Hardhat plugin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(ethers.js v6)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56616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63931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Foundry forge scripting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892040"/>
            <a:ext cx="3246120" cy="109728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96519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49834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DFA"/>
                </a:solidFill>
              </a:rPr>
              <a:t>Node.js 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349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(proof generation server)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DFA"/>
                </a:solidFill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41248"/>
            <a:ext cx="457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11880" cy="544068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118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DFA"/>
                </a:solidFill>
              </a:rPr>
              <a:t>Q1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572768"/>
            <a:ext cx="1280160" cy="292608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</a:rPr>
              <a:t>✓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3852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Ship a functional MVP covering core Groth16 circuit compilation and on-chain registry for BEP-20 privileged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94436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YAML-to-Circom compiler supporting multisig threshold, timelock, and allowlist policy rules with end-to-end Groth16 proo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04164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148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Solidity 0.8.x registry contract deployed on BSC testnet that accepts and stores proof receipts bound to BNB block hash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13892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21208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Hardhat SDK plugin (npm package) enabling one-line instrumentation of existing deploy scripts to emit compliance receipt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005840"/>
            <a:ext cx="3611880" cy="544068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005840"/>
            <a:ext cx="3611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DFA"/>
                </a:solidFill>
              </a:rPr>
              <a:t>Q2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1572768"/>
            <a:ext cx="1280160" cy="292608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6093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⟳ 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193852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Extend coverage to BEP-177 governance events, ship the Foundry plugin, and launch the read-only auditor portal on BSC mainnet.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272" y="294436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1752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0175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Circom circuit templates for BEP-177 governance execution events including proposal ID binding and quorum threshold veri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404164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41148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Foundry forge scripting plugin published to the Foundry registry with parity feature coverage to the Hardhat plugin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2" y="513892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21208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521208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Read-only auditor web portal (Next.js, wagmi) allowing institutional auditors to query the BSC mainnet registry by contr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005840"/>
            <a:ext cx="3611880" cy="544068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005840"/>
            <a:ext cx="3611880" cy="73152"/>
          </a:xfrm>
          <a:prstGeom prst="rect">
            <a:avLst/>
          </a:prstGeom>
          <a:solidFill>
            <a:srgbClr val="5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DFA"/>
                </a:solidFill>
              </a:rPr>
              <a:t>Q3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02752" y="1572768"/>
            <a:ext cx="1280160" cy="292608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16093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8A8A"/>
                </a:solidFill>
              </a:rPr>
              <a:t>◎ Upcoming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1938528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8A8A"/>
                </a:solidFill>
              </a:rPr>
              <a:t>Onboard three paying protocol teams to mainnet, harden proof server reliability, and add IPFS-pinned circuit artifact versioning for long-term audit reproducibility.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02752" y="294436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301752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30175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Production proof generation server with job queue (BullMQ + Redis), retry logic, and sub-30-second end-to-end proof late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02752" y="404164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411480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41148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IPFS circuit artifact registry storing versioned proving keys and WASM binaries via Pinata, with on-chain content-hash 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2752" y="5138928"/>
            <a:ext cx="3246120" cy="1005840"/>
          </a:xfrm>
          <a:prstGeom prst="rect">
            <a:avLst/>
          </a:prstGeom>
          <a:solidFill>
            <a:srgbClr val="0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5212080"/>
            <a:ext cx="228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3648" y="521208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DFA"/>
                </a:solidFill>
              </a:rPr>
              <a:t>Three signed mainnet integrations with BNB Chain protocol teams (at least one RWA platform) generating live compliance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-914400"/>
            <a:ext cx="7315200" cy="7315200"/>
          </a:xfrm>
          <a:prstGeom prst="rect">
            <a:avLst/>
          </a:prstGeom>
          <a:solidFill>
            <a:srgbClr val="1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0FDFA"/>
                </a:solidFill>
              </a:rPr>
              <a:t>Prove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DD4BF"/>
                </a:solidFill>
              </a:rPr>
              <a:t>Protect Business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90672"/>
            <a:ext cx="9144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A"/>
                </a:solidFill>
              </a:rPr>
              <a:t>ZKBL brings Groth16 zero-knowledge compliance to BNB Smart Chain —
so institutional auditors get proof, not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97680"/>
            <a:ext cx="3017520" cy="777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</a:rPr>
              <a:t>🔗  BNB Smart Chain 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97680"/>
            <a:ext cx="3017520" cy="777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434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</a:rPr>
              <a:t>🔒  Groth16 ZK Privacy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97680"/>
            <a:ext cx="3017520" cy="777240"/>
          </a:xfrm>
          <a:prstGeom prst="rect">
            <a:avLst/>
          </a:prstGeom>
          <a:solidFill>
            <a:srgbClr val="1A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434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</a:rPr>
              <a:t>⚡  One-Line SDK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8A8A"/>
                </a:solidFill>
              </a:rPr>
              <a:t>Ready to integrate ZKBL into your protocol? Connect with the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</a:rPr>
              <a:t>Founded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